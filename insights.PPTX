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8674-B9A6-4282-B612-A15516D21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F5616-2CA8-438E-8F51-4A13C022C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A14B-8424-4E85-8F5A-825BD637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4F86-1047-42D6-9996-A43BF638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A635F-BD72-48F8-A619-C8B82E3C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9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83CA-FB4E-43F0-9CCD-C71D7DA9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8A31E-FB51-43A3-A05C-7DCF558BA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D7DDC-2035-4D4C-950D-E14A9082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F5F1E-4E37-45FE-A081-B4317500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B3E8-C2C4-4F7D-B4FD-A0E296BD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40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AF79-6748-470A-BCDE-DF915F1C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02FD3-4A89-4E02-9EF1-886931BC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19798-4739-4DFC-9B3A-20B60486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2A3F-B7EF-4385-BF4C-95178D641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88A68-A25B-4E6E-A385-8C22D3CF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8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658F-B4BA-471B-A734-A5F3F36B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AE68-C55E-4492-B35F-BB4002FEA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330EE-57AE-43A7-A4D1-BD43B5F93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B0AD8-A0DD-4F15-8267-4ADA0DC0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BDCDB-C3C5-433A-B6D2-AF182F5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52B6B-F150-40A4-A79B-D6780B16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2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DE95-1D56-4BE5-AD2F-33B9BFF70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0F94F-6D19-4380-8ABA-91224BE38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5F7D4-C687-4734-9CFB-F872B8A80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DE501-2614-433C-994D-37389234C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759F1-4B70-4AE5-AF66-E2F58843F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43D59-32E0-4356-8F3D-A55BA0D9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5630B-1474-403F-B11E-B46813D2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D1F3B-D2D4-43E0-9073-138F2953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28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7F2FD-4CBC-46E0-A3C9-13E13DB8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558517-8A38-444A-ACE4-BABC246E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85E24-0500-41A3-8892-412A9163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D4361-9083-40EE-AB64-F1773107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1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82D30-0C03-4568-986B-301DA2E2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9B149-F86D-450A-8B0B-55D337A3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DF56-3967-4007-AC29-CFB3C5B0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30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B49-6A52-4148-ABB5-5684D851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743F-C0C5-4632-9E32-DA5D472A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3B162-76A1-4CDC-9E02-485DDAF49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612FB-EA3F-46F6-8370-801A00FE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0DEC-3E77-47E3-92D5-507D57EC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7DAB1-336C-4262-AD0B-153290A8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15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7AFA-BF5A-442D-96D0-44620069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3CF79-F122-4F91-B38E-92D3EFCAC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D0197-654D-4DA4-A671-8C8C524B4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D55D3-3251-4478-8E99-02A170CC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29B32-EE8C-42F4-B789-EF3FB8CC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D780C-F727-4CB2-9A2C-4CD56960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02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D7EE-C5FC-48F5-8DD7-5704FF69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70855-209C-4537-B343-81D20C3EB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CB25E-C2AC-4BF7-B333-6257CFF4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4686-A6E7-4C99-A86D-8FDD1207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ABC44-3F56-4776-86FC-AB44DFB6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73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5E7C0-4E43-4A05-A0E9-ADAF9741B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9CEF-C94B-43B8-B820-CF2117A9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61DD-7CA9-4E7C-9E82-74BD79C7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5D89-94DC-4510-84CE-5F157DD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E334-2E6F-4C6A-A78A-900C00D7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7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84E71-E654-4F6C-83CD-44B4AD43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A04B5-DF2F-42A3-9685-063FD6793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12C2B-3BD6-4D77-8AD5-0A7EC71B1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F068E-C27E-400D-A06E-D30455E74A40}" type="datetimeFigureOut">
              <a:rPr lang="en-IN" smtClean="0"/>
              <a:t>06-06-2021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80208-4359-4AD9-80B9-83D415808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2110D-8F2D-4AF1-A9D3-D663D3D18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04ABD-CEEC-43C2-8C6C-8220E611D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4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3D94E3-A7D0-4BFA-8DEE-F1A7C7CF0B03}"/>
              </a:ext>
            </a:extLst>
          </p:cNvPr>
          <p:cNvSpPr txBox="1"/>
          <p:nvPr/>
        </p:nvSpPr>
        <p:spPr>
          <a:xfrm>
            <a:off x="839449" y="738658"/>
            <a:ext cx="448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AB786-A0C8-4FA3-B9B6-73B4E3987625}"/>
              </a:ext>
            </a:extLst>
          </p:cNvPr>
          <p:cNvSpPr txBox="1"/>
          <p:nvPr/>
        </p:nvSpPr>
        <p:spPr>
          <a:xfrm>
            <a:off x="504669" y="992705"/>
            <a:ext cx="11182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LOYALTY_PROGRAM column have </a:t>
            </a:r>
            <a:r>
              <a:rPr lang="en-IN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17824</a:t>
            </a:r>
            <a:r>
              <a:rPr lang="en-IN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null values</a:t>
            </a:r>
          </a:p>
          <a:p>
            <a:pPr marL="342900" indent="-342900">
              <a:buFontTx/>
              <a:buAutoNum type="arabicPeriod"/>
            </a:pPr>
            <a:r>
              <a:rPr lang="en-IN" b="0" dirty="0">
                <a:effectLst/>
                <a:latin typeface="Courier New" panose="02070309020205020404" pitchFamily="49" charset="0"/>
              </a:rPr>
              <a:t>OCCUPATION column have </a:t>
            </a:r>
            <a:r>
              <a:rPr lang="en-IN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black (“ ”) spaces </a:t>
            </a:r>
            <a:r>
              <a:rPr lang="en-IN" b="0" dirty="0">
                <a:effectLst/>
                <a:latin typeface="Courier New" panose="02070309020205020404" pitchFamily="49" charset="0"/>
              </a:rPr>
              <a:t>which make I new category called as </a:t>
            </a:r>
            <a:r>
              <a:rPr lang="en-IN" b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Other</a:t>
            </a:r>
            <a:r>
              <a:rPr lang="en-IN" b="0" dirty="0">
                <a:effectLst/>
                <a:latin typeface="Courier New" panose="02070309020205020404" pitchFamily="49" charset="0"/>
              </a:rPr>
              <a:t> in that column. </a:t>
            </a:r>
          </a:p>
          <a:p>
            <a:pPr marL="342900" indent="-342900">
              <a:buFontTx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 year column values </a:t>
            </a:r>
            <a:r>
              <a:rPr lang="en-IN" dirty="0">
                <a:solidFill>
                  <a:srgbClr val="FF0000"/>
                </a:solidFill>
                <a:latin typeface="Courier New" panose="02070309020205020404" pitchFamily="49" charset="0"/>
              </a:rPr>
              <a:t>2008, 2009,2010 …. 2018 </a:t>
            </a:r>
            <a:r>
              <a:rPr lang="en-IN" dirty="0">
                <a:latin typeface="Courier New" panose="02070309020205020404" pitchFamily="49" charset="0"/>
              </a:rPr>
              <a:t>I encoded that as </a:t>
            </a:r>
            <a:r>
              <a:rPr lang="en-IN" dirty="0">
                <a:solidFill>
                  <a:srgbClr val="FF0000"/>
                </a:solidFill>
                <a:latin typeface="Courier New" panose="02070309020205020404" pitchFamily="49" charset="0"/>
              </a:rPr>
              <a:t>1,2,3,4….13</a:t>
            </a:r>
            <a:endParaRPr lang="en-IN" b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ADE59D-1FFA-48A6-B2CF-14B54C85B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71" y="2309942"/>
            <a:ext cx="4798492" cy="305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F1453A5-CE26-424A-8DBF-F4F17939C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7" y="2309942"/>
            <a:ext cx="5637594" cy="279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D4AD0E-94E9-461A-8FD7-0C8A8D44D6B5}"/>
              </a:ext>
            </a:extLst>
          </p:cNvPr>
          <p:cNvSpPr/>
          <p:nvPr/>
        </p:nvSpPr>
        <p:spPr>
          <a:xfrm>
            <a:off x="0" y="13869"/>
            <a:ext cx="12192000" cy="4616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insights of given data </a:t>
            </a:r>
          </a:p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DC6FB8-64CC-4838-9A90-C3FAE718366B}"/>
              </a:ext>
            </a:extLst>
          </p:cNvPr>
          <p:cNvSpPr/>
          <p:nvPr/>
        </p:nvSpPr>
        <p:spPr>
          <a:xfrm>
            <a:off x="6641893" y="5369033"/>
            <a:ext cx="5045438" cy="100306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b="1" dirty="0">
                <a:solidFill>
                  <a:schemeClr val="bg2"/>
                </a:solidFill>
                <a:latin typeface="Roboto" panose="020B0604020202020204" pitchFamily="2" charset="0"/>
              </a:rPr>
              <a:t>C</a:t>
            </a:r>
            <a:r>
              <a:rPr lang="en-US" b="1" i="0" dirty="0">
                <a:solidFill>
                  <a:schemeClr val="bg2"/>
                </a:solidFill>
                <a:effectLst/>
                <a:latin typeface="Roboto" panose="020B0604020202020204" pitchFamily="2" charset="0"/>
              </a:rPr>
              <a:t>an see that data is slightly imbalance might be we have to use class sampling techniques to balance data</a:t>
            </a:r>
            <a:endParaRPr lang="en-IN" dirty="0">
              <a:solidFill>
                <a:schemeClr val="bg2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ECEB17-68C7-4B94-BAA7-164DDDFD0A70}"/>
              </a:ext>
            </a:extLst>
          </p:cNvPr>
          <p:cNvSpPr/>
          <p:nvPr/>
        </p:nvSpPr>
        <p:spPr>
          <a:xfrm>
            <a:off x="523015" y="5584688"/>
            <a:ext cx="4798492" cy="78613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Low Income people having max purchase and also past purchase 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63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C0F1B92-82C7-4DB3-800C-707D3B57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942" y="145532"/>
            <a:ext cx="5112660" cy="306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04959B1-26C0-4536-8FA6-817D2F5B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9" y="216031"/>
            <a:ext cx="6019411" cy="479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119263F-6570-4300-A0DD-41DEFF325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848" y="3665095"/>
            <a:ext cx="5627558" cy="280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B07FD1-12C7-4828-BD45-3967C54C6F78}"/>
              </a:ext>
            </a:extLst>
          </p:cNvPr>
          <p:cNvSpPr/>
          <p:nvPr/>
        </p:nvSpPr>
        <p:spPr>
          <a:xfrm>
            <a:off x="285594" y="5366534"/>
            <a:ext cx="5216029" cy="10493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20-30 years people purchase mostly.</a:t>
            </a:r>
          </a:p>
          <a:p>
            <a:pPr algn="ctr"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Very small amount of people purchasing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Roboto" panose="02000000000000000000" pitchFamily="2" charset="0"/>
              </a:rPr>
              <a:t>     </a:t>
            </a: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the same item again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F27F73-B18B-46EE-9498-048C98437E75}"/>
              </a:ext>
            </a:extLst>
          </p:cNvPr>
          <p:cNvSpPr/>
          <p:nvPr/>
        </p:nvSpPr>
        <p:spPr>
          <a:xfrm>
            <a:off x="7338000" y="6468984"/>
            <a:ext cx="4279377" cy="337587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 panose="02000000000000000000" pitchFamily="2" charset="0"/>
              </a:rPr>
              <a:t>Occupation is most important feature</a:t>
            </a:r>
            <a:endParaRPr lang="en-US" b="1" i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1E1FED-9AA6-422C-AC42-85B3CB687A6C}"/>
              </a:ext>
            </a:extLst>
          </p:cNvPr>
          <p:cNvSpPr/>
          <p:nvPr/>
        </p:nvSpPr>
        <p:spPr>
          <a:xfrm>
            <a:off x="7193835" y="3207895"/>
            <a:ext cx="4423542" cy="33009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Self Employed people having past max purchase</a:t>
            </a:r>
          </a:p>
        </p:txBody>
      </p:sp>
    </p:spTree>
    <p:extLst>
      <p:ext uri="{BB962C8B-B14F-4D97-AF65-F5344CB8AC3E}">
        <p14:creationId xmlns:p14="http://schemas.microsoft.com/office/powerpoint/2010/main" val="283070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109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Roboto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sachin dubey</dc:creator>
  <cp:lastModifiedBy>sachin dubey</cp:lastModifiedBy>
  <cp:revision>7</cp:revision>
  <dcterms:created xsi:type="dcterms:W3CDTF">2021-06-06T12:06:20Z</dcterms:created>
  <dcterms:modified xsi:type="dcterms:W3CDTF">2021-06-06T13:25:40Z</dcterms:modified>
</cp:coreProperties>
</file>